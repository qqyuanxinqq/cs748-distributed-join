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11DD0-8DCA-48A4-8D32-4FEBC6C2178B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7FF316-940E-472A-9BC6-2B220665E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584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FF316-940E-472A-9BC6-2B220665E7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13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9A9F3-501C-4A4A-93FA-97CC22A5F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330CB-45E3-4677-8A01-8B65B65D7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2A252-1FEC-40CE-BCC6-0803BB5A2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443-400E-4F88-893B-9B1920CBB3BC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CDC49-C789-4957-9C26-19F7F5EC6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D9273-CADF-40E7-B5AC-033FCECAF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F8A1-F7DA-430D-9382-A14752201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99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6B74F-F708-4A65-9BEA-92128230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3EBED-86D8-4973-857F-D08479CE0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0DAD7-2255-44C6-8724-C7E94A420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443-400E-4F88-893B-9B1920CBB3BC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8F7FC-78AC-4D48-B4A4-1100F9B5A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70961-0B54-416F-8DA4-C0A6F323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F8A1-F7DA-430D-9382-A14752201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911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3C2D9-199B-49F1-976B-507290E22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2272B-D6C9-4E4A-9DC6-B94277C75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13A6C-332D-4F7A-9656-E7886416A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443-400E-4F88-893B-9B1920CBB3BC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A9F29-4194-45F4-BD5A-321121DBB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709F9-24CE-49C3-B601-F0CC1A1FA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F8A1-F7DA-430D-9382-A14752201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082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4370-826F-4DE1-A2B3-4C6E294A5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592C2-2A3D-43A8-8A43-E964DB4A8D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1E897-1B52-495F-B793-435C00F27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FE5B6-D6A8-434C-A141-A49E584F7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443-400E-4F88-893B-9B1920CBB3BC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8C711-3402-411A-A1A1-F0DB5EC0F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33F0C-68A9-4BA6-A68A-8FB7C308F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F8A1-F7DA-430D-9382-A14752201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19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5900B-C720-405F-8AE2-FD3078817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4CFD8-5AD4-4B7A-BDE6-05C8A944E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265C5-AA74-41BF-91D4-E4D3EC2C1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59DF51-E792-4DAB-A610-1FA6FDE10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B167E-845C-4E68-9A6F-5491D3E3BD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4B8273-9455-4256-9B15-858782874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443-400E-4F88-893B-9B1920CBB3BC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634C79-6238-4B88-B0AC-6D8FB0E5E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9370DB-A499-4ED8-9F8C-D81B33F4B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F8A1-F7DA-430D-9382-A14752201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75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5AFDA-4284-4424-9149-4ECD221C0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110BB-F4ED-419D-A901-8CE097962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443-400E-4F88-893B-9B1920CBB3BC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A9099D-74A5-43D4-AF4D-FCBDEC742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B56A7-B273-4530-8DEF-6C547C334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F8A1-F7DA-430D-9382-A14752201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622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2570B1-A4C7-47E7-9300-2FA597D4D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443-400E-4F88-893B-9B1920CBB3BC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2DBB6E-7D9E-470D-9C48-A7AF2707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299E0-A036-4EE5-92FF-E7FFB6E4B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F8A1-F7DA-430D-9382-A14752201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0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CBD97-E575-4B59-9848-A3C8C4DE7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FDD93-F3D9-4BC8-A220-136BA5748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90BBF-837A-47B3-A8EA-583A8C3E4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FF9830-C18F-4D4D-8A77-8F1CC4EC9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443-400E-4F88-893B-9B1920CBB3BC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C61FC-00FE-4F18-A073-8E75267CE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66782-C8E2-4385-9D9D-3F4E0B6BE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F8A1-F7DA-430D-9382-A14752201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529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6167E-5418-4DDA-B0FA-298D441A2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BB563F-68FD-4E0E-A002-2B8677CA0E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D20AA4-E86F-47AE-BAFC-F282D6E46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C658D-1033-4EC3-8FD3-3B8453F62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443-400E-4F88-893B-9B1920CBB3BC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99B52-3E17-4011-80FE-3DEEFDBEF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2B555-D552-42E0-B90C-2CB3AED70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F8A1-F7DA-430D-9382-A14752201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43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DF43F-1BBC-4593-BDE2-8F26242C9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9CD4D-E664-4A88-8AFD-9E6EA80D8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52131-A04B-450A-92F1-5A598C6DB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443-400E-4F88-893B-9B1920CBB3BC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F5DFF-8643-4195-A930-6747FC64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07693-7EFE-4509-97F5-E00AF5207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F8A1-F7DA-430D-9382-A14752201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64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5A0768-D7E2-4A63-90AD-A2A2626329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F54FA4-713C-4E45-B57B-34DCED572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C4EFA-202E-4F1A-A142-23D96187B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443-400E-4F88-893B-9B1920CBB3BC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81731-E095-4753-B99A-BC4D488CA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D8921-739C-4154-B46C-54360BD52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F8A1-F7DA-430D-9382-A14752201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040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8D3E23-704A-4336-A9AB-14DAA4AB6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0E649-2E71-45C2-A28E-381110896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54F1F-BCD0-472B-8A9C-EDD19061CC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B0443-400E-4F88-893B-9B1920CBB3BC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D7EB4-59DE-4210-90C1-AB84AA35FA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7D0E9-7461-4D0E-8009-85B60AD01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A5F8A1-F7DA-430D-9382-A14752201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2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ACB58-303E-42B0-B758-30AE2E6E17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https://www.slideshare.net/databricks/spark-sql-join-improvement-at-facebook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44B5DA-745D-4E54-9846-3DEA0BF90E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3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ACBCCD-45F0-47E1-B41C-A2E1137F9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381" y="1966776"/>
            <a:ext cx="5992061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598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BBDB5B-C8C4-444B-82EC-8233672C2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822" y="1653727"/>
            <a:ext cx="5782482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630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A84210-B01C-4AE1-B31A-D4904699C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232" y="1814287"/>
            <a:ext cx="5801535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836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1407</TotalTime>
  <Words>12</Words>
  <Application>Microsoft Office PowerPoint</Application>
  <PresentationFormat>Widescreen</PresentationFormat>
  <Paragraphs>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https://www.slideshare.net/databricks/spark-sql-join-improvement-at-facebook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Xin</dc:creator>
  <cp:lastModifiedBy>Xin</cp:lastModifiedBy>
  <cp:revision>4</cp:revision>
  <dcterms:created xsi:type="dcterms:W3CDTF">2022-04-19T01:26:24Z</dcterms:created>
  <dcterms:modified xsi:type="dcterms:W3CDTF">2022-04-20T00:53:49Z</dcterms:modified>
</cp:coreProperties>
</file>